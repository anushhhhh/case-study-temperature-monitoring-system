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4A68-0180-7AD9-2051-D80C0AED0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FABF5-3708-C3FA-B271-90AB1ABFB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945AB-ED5F-C735-9E0A-B40C0188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0858D-182E-9AA3-F6C9-D25F39CE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45092-FCE4-B36B-5D4B-968ECAACA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950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3D6F6-4DA3-B5AB-FB51-7B136B73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AE1B9-FC02-34DC-1A07-A4363DA24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FB9DF-3922-D24E-C1CF-A51CBC71F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F5CD7-6F48-5921-4572-199979CA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4BE6F-D6F6-F8F4-76C5-0F65CA3B3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839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A814-3667-DB3C-7E14-EC18810E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83F71-AD9A-4688-0D00-9A1B06E12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F8C8A-D2B1-8C56-D229-EFD57AD4C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09D1A-2AAD-15C1-9DA7-4C1DB3E3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1320D-9F98-CC71-A91B-96EC4347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3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5099-5404-0DE7-BBAB-59939A2F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9E62F-F605-786D-30F5-401FD7B65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C6F92E-1E9C-CDA3-74DF-0A3A3BCEF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507A3-7C9D-6C6C-0E96-CD4F38C6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3771E-C4D9-AB0B-E3D5-0458D39ED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71841-C334-7B9C-B0F7-8FF2B9E9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790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6D4A-D11C-31A8-4151-8C9718E34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4138B-36DE-252A-69AD-63C733AD5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A24EE-D310-944C-DE87-5C2942E89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53DC6C-D420-1525-1750-6B45CFE40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8D57B3-761C-7BD2-1D42-AA984BBDE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A728BE-82D0-3295-8D16-DF0695416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002E0-DEAF-1F23-213E-A7925BCA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3DB4C-58FE-A1FC-BE6F-94219D30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14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9510-93E2-644F-C20B-6EA13EDB0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C4759-F2B1-2406-0215-CBC44E7A1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941E2-E831-2F94-75A0-46A3282F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97B835-16A3-7CB6-CC82-993D362CF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64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DE18D-9F32-EA37-8211-0465001A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ED7D10-23A0-F11C-953A-1F306427D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A9826-DF3B-C06C-65A8-0E3BCE4F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40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CC57-4A62-699A-03EE-46521159B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E7ADB-DF47-4593-7F77-FF6064B8D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D10E7-306C-4E0A-0702-80E0F1E42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6338C-35A4-6C6A-64A1-CA98E554D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CD2FF-47F4-57E4-8E13-246604747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FD094-86F8-3E2A-BAB8-D32F68E5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66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7B8BD-9E30-2EB6-DC70-5B78A967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925A94-58EA-7826-C2A4-0F49F75DE2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CD98B-661B-7094-B335-781449011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1FE95-64E5-18BC-AF2C-BE72EEE58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B7953B-1720-F805-B640-F71C180A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8F2ED-2CEC-71CA-D4F4-28658FA8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88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106F-D1DD-7EAA-6813-EEC224342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0A08E-84FC-34F9-AB8A-7C49D9C223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878F8-CDF0-5298-A276-E5371613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232D2-463E-7FBC-DD88-0D563516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2A5C1-C02F-B97A-8E42-A590B5B6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95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F10580-A4E2-D226-1DF7-C57B45894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CC9F4-5D8B-6F64-248E-B510090A1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4E36E-3B26-CE82-05E1-6368AA275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0ABA4-DF46-16CD-9270-CA30D333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F997E-2B42-63E3-D364-F8AC1D410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18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9D7A41-B9E3-B3FD-9CC6-002548AF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0B7D0-3019-FEE0-449A-E3276AC9D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0E29B-3D15-C37D-C64D-1D775AF98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29210-2380-4977-9661-932070A43355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B0CEB-6709-3D40-3786-315868070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D6178-44CD-8F51-BD70-D7FA1FDE5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664A6-2062-442C-BCE2-F5CF170F38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94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9B76-085C-0CAA-B4CC-A2D1C9D84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4129"/>
            <a:ext cx="9144000" cy="1917290"/>
          </a:xfrm>
        </p:spPr>
        <p:txBody>
          <a:bodyPr>
            <a:normAutofit/>
          </a:bodyPr>
          <a:lstStyle/>
          <a:p>
            <a:r>
              <a:rPr lang="en-IN" sz="5400" dirty="0"/>
              <a:t>Temperature Monitoring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E030D-538B-405D-4E57-F13E3BF1D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5884"/>
            <a:ext cx="9144000" cy="3657600"/>
          </a:xfrm>
        </p:spPr>
        <p:txBody>
          <a:bodyPr>
            <a:normAutofit/>
          </a:bodyPr>
          <a:lstStyle/>
          <a:p>
            <a:r>
              <a:rPr lang="en-IN" b="1" dirty="0"/>
              <a:t>Problem Statement: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Build a python code to display messages according to the temperature received from an assumed IoT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Accept max and min limit temperature.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Generate random values for temperature at every 2 second interval.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 with the limits to display appropriate values.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16653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CE9A98-93E9-5D80-DF2D-04A728BDD8DE}"/>
              </a:ext>
            </a:extLst>
          </p:cNvPr>
          <p:cNvSpPr txBox="1"/>
          <p:nvPr/>
        </p:nvSpPr>
        <p:spPr>
          <a:xfrm>
            <a:off x="334297" y="304801"/>
            <a:ext cx="974442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import random</a:t>
            </a:r>
          </a:p>
          <a:p>
            <a:r>
              <a:rPr lang="en-IN" sz="1600" dirty="0"/>
              <a:t>import time</a:t>
            </a:r>
          </a:p>
          <a:p>
            <a:endParaRPr lang="en-IN" sz="1600" dirty="0"/>
          </a:p>
          <a:p>
            <a:r>
              <a:rPr lang="en-IN" sz="1600" dirty="0"/>
              <a:t># Accept temperature limits from the user</a:t>
            </a:r>
          </a:p>
          <a:p>
            <a:r>
              <a:rPr lang="en-IN" sz="1600" dirty="0" err="1"/>
              <a:t>min_temp</a:t>
            </a:r>
            <a:r>
              <a:rPr lang="en-IN" sz="1600" dirty="0"/>
              <a:t> = float(input("Enter minimum temperature limit: "))</a:t>
            </a:r>
          </a:p>
          <a:p>
            <a:r>
              <a:rPr lang="en-IN" sz="1600" dirty="0" err="1"/>
              <a:t>max_temp</a:t>
            </a:r>
            <a:r>
              <a:rPr lang="en-IN" sz="1600" dirty="0"/>
              <a:t> = float(input("Enter maximum temperature limit: "))</a:t>
            </a:r>
          </a:p>
          <a:p>
            <a:endParaRPr lang="en-IN" sz="1600" dirty="0"/>
          </a:p>
          <a:p>
            <a:r>
              <a:rPr lang="en-IN" sz="1600" dirty="0"/>
              <a:t>print("\</a:t>
            </a:r>
            <a:r>
              <a:rPr lang="en-IN" sz="1600" dirty="0" err="1"/>
              <a:t>nTemperature</a:t>
            </a:r>
            <a:r>
              <a:rPr lang="en-IN" sz="1600" dirty="0"/>
              <a:t> Monitoring System Started...\n")</a:t>
            </a:r>
          </a:p>
          <a:p>
            <a:endParaRPr lang="en-IN" sz="1600" dirty="0"/>
          </a:p>
          <a:p>
            <a:r>
              <a:rPr lang="en-IN" sz="1600" dirty="0"/>
              <a:t>while True:</a:t>
            </a:r>
          </a:p>
          <a:p>
            <a:r>
              <a:rPr lang="en-IN" sz="1600" dirty="0"/>
              <a:t>    # Generate a random temperature value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current_temp</a:t>
            </a:r>
            <a:r>
              <a:rPr lang="en-IN" sz="1600" dirty="0"/>
              <a:t> = </a:t>
            </a:r>
            <a:r>
              <a:rPr lang="en-IN" sz="1600" dirty="0" err="1"/>
              <a:t>random.uniform</a:t>
            </a:r>
            <a:r>
              <a:rPr lang="en-IN" sz="1600" dirty="0"/>
              <a:t>(</a:t>
            </a:r>
            <a:r>
              <a:rPr lang="en-IN" sz="1600" dirty="0" err="1"/>
              <a:t>min_temp</a:t>
            </a:r>
            <a:r>
              <a:rPr lang="en-IN" sz="1600" dirty="0"/>
              <a:t> - 10, </a:t>
            </a:r>
            <a:r>
              <a:rPr lang="en-IN" sz="1600" dirty="0" err="1"/>
              <a:t>max_temp</a:t>
            </a:r>
            <a:r>
              <a:rPr lang="en-IN" sz="1600" dirty="0"/>
              <a:t> + 10)</a:t>
            </a:r>
          </a:p>
          <a:p>
            <a:endParaRPr lang="en-IN" sz="1600" dirty="0"/>
          </a:p>
          <a:p>
            <a:r>
              <a:rPr lang="en-IN" sz="1600" dirty="0"/>
              <a:t>    # Display current temperature</a:t>
            </a:r>
          </a:p>
          <a:p>
            <a:r>
              <a:rPr lang="en-IN" sz="1600" dirty="0"/>
              <a:t>    print(</a:t>
            </a:r>
            <a:r>
              <a:rPr lang="en-IN" sz="1600" dirty="0" err="1"/>
              <a:t>f"Current</a:t>
            </a:r>
            <a:r>
              <a:rPr lang="en-IN" sz="1600" dirty="0"/>
              <a:t> Temperature: {current_temp:.2f}°C")</a:t>
            </a:r>
          </a:p>
          <a:p>
            <a:endParaRPr lang="en-IN" sz="1600" dirty="0"/>
          </a:p>
          <a:p>
            <a:r>
              <a:rPr lang="en-IN" sz="1600" dirty="0"/>
              <a:t>    # Compare with limits and display message</a:t>
            </a:r>
          </a:p>
          <a:p>
            <a:r>
              <a:rPr lang="en-IN" sz="1600" dirty="0"/>
              <a:t>    if </a:t>
            </a:r>
            <a:r>
              <a:rPr lang="en-IN" sz="1600" dirty="0" err="1"/>
              <a:t>current_temp</a:t>
            </a:r>
            <a:r>
              <a:rPr lang="en-IN" sz="1600" dirty="0"/>
              <a:t> &lt; </a:t>
            </a:r>
            <a:r>
              <a:rPr lang="en-IN" sz="1600" dirty="0" err="1"/>
              <a:t>min_temp</a:t>
            </a:r>
            <a:r>
              <a:rPr lang="en-IN" sz="1600" dirty="0"/>
              <a:t>:</a:t>
            </a:r>
          </a:p>
          <a:p>
            <a:r>
              <a:rPr lang="en-IN" sz="1600" dirty="0"/>
              <a:t>        print("Status: Temperature is BELOW minimum limit \n")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elif</a:t>
            </a:r>
            <a:r>
              <a:rPr lang="en-IN" sz="1600" dirty="0"/>
              <a:t> </a:t>
            </a:r>
            <a:r>
              <a:rPr lang="en-IN" sz="1600" dirty="0" err="1"/>
              <a:t>current_temp</a:t>
            </a:r>
            <a:r>
              <a:rPr lang="en-IN" sz="1600" dirty="0"/>
              <a:t> &gt; </a:t>
            </a:r>
            <a:r>
              <a:rPr lang="en-IN" sz="1600" dirty="0" err="1"/>
              <a:t>max_temp</a:t>
            </a:r>
            <a:r>
              <a:rPr lang="en-IN" sz="1600" dirty="0"/>
              <a:t>:</a:t>
            </a:r>
          </a:p>
          <a:p>
            <a:r>
              <a:rPr lang="en-IN" sz="1600" dirty="0"/>
              <a:t>        print("Status: Temperature is ABOVE maximum limit \n")</a:t>
            </a:r>
          </a:p>
          <a:p>
            <a:r>
              <a:rPr lang="en-IN" sz="1600" dirty="0"/>
              <a:t>    else:</a:t>
            </a:r>
          </a:p>
          <a:p>
            <a:r>
              <a:rPr lang="en-IN" sz="1600" dirty="0"/>
              <a:t>        print("Status: Temperature is NORMAL \n")</a:t>
            </a:r>
          </a:p>
          <a:p>
            <a:endParaRPr lang="en-IN" sz="1600" dirty="0"/>
          </a:p>
          <a:p>
            <a:r>
              <a:rPr lang="en-IN" sz="1600" dirty="0"/>
              <a:t>    # Wait for 2 seconds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time.sleep</a:t>
            </a:r>
            <a:r>
              <a:rPr lang="en-IN" sz="16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3709322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234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Temperature Monitoring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ANUSHREE SHARMA</dc:creator>
  <cp:lastModifiedBy>ANUSHREE SHARMA</cp:lastModifiedBy>
  <cp:revision>1</cp:revision>
  <dcterms:created xsi:type="dcterms:W3CDTF">2026-02-26T06:23:41Z</dcterms:created>
  <dcterms:modified xsi:type="dcterms:W3CDTF">2026-02-26T06:28:27Z</dcterms:modified>
</cp:coreProperties>
</file>